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d'introduction. Presenter le projet, le contexte UGANC et l'equipe Groupe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probleme concret vecu a l'UGANC. Insister sur l'immediateté et la centralisation comme solutions 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5 objectifs strategiques. Insister sur le RBAC (securite) et la portabilite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RBAC : chaque role a des droits precis. Insister sur l'isolation : un etudiant ne peut JAMAIS modifier l'EDT.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 flux MVC : le navigateur envoie des requetes AJAX, Laravel les traite via controllers et retourne du JSON. DomPDF genere les PDF cote serveur.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table emplois_du_temps est la TABLE CENTRALE. Elle relie toutes les autres via des cles etrangeres. 10 tables au total, toutes liees.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deux modes du chatbot. Le mode boutons est pour la navigation facile, le mode texte pour les utilisateurs avances qui tapent directement.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les deux espaces d'administration. Le chef a le controle total, le prof ne peut modifier que ses propres cours avec un motif obligatoire.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4 mesures de securite et la roadmap en 3 etapes. Insister sur le fait que le deploiement local (WAMP) est deja fait et fonctionnel.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conclusion. Ouvrir la session de questions. Rappeler que le projet est 100% fonctionnel et tourne en local sur WAMP.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B4FD8">
              <a:alpha val="20000"/>
            </a:srgbClr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48640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1B4FD8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</a:rPr>
              <a:t>PROJET AU CHOIX — GROUPE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de Gestion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Emplois du Temps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UGANC — Centre Informatique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36576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83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Toumany Billy Condé &amp; Binôme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: Mme Makera Kaba  |  Année académique 2024-2025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370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BDD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434340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4370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4663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RBAC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434340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4370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4663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434340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4370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4663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 chatbot 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Affichages papier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EDT sont diffuses via papier ou WhatsApp. Aucune source officielle centralisee.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325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Changements tardifs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2128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modifications de derniere minute ne parviennent pas a temps aux etudiants.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325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Surcharge manuelle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22128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L'administration gere tout manuellement. Aucun systeme de notification automatique.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8412480" cy="13716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Solution proposée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9502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chatbot web hybride (boutons + mots-clés) couplé à un espace d'administration permettant aux enseignants de déclarer leurs modifications en temps réel, notifiant immédiatement les étudiants concernés.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le système doit accomplir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98448"/>
            <a:ext cx="502920" cy="365760"/>
          </a:xfrm>
          <a:prstGeom prst="rect">
            <a:avLst/>
          </a:prstGeom>
          <a:solidFill>
            <a:srgbClr val="1B4F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298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instantané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 mobile-friendly de l'EDT par les étudiants 24h/24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298448"/>
            <a:ext cx="50292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298448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984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86200" y="1298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Réactivité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immédiates des changements d'horaires aux étudiants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EDE9FE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1298448"/>
            <a:ext cx="502920" cy="365760"/>
          </a:xfrm>
          <a:prstGeom prst="rect">
            <a:avLst/>
          </a:prstGeom>
          <a:solidFill>
            <a:srgbClr val="4C1D9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298448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2984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1298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unique pour gérer matières, enseignants, salles et semestres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944368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44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29443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RBAC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291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stricte des droits — étudiant ne peut pas modifier l'EDT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8803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944368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944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29443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Portabilité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3291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PDF propre et imprimable de tout planning à la demande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PERMISSIONS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droits RBAC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254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07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Étudiant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76272"/>
            <a:ext cx="2377440" cy="18288"/>
          </a:xfrm>
          <a:prstGeom prst="rect">
            <a:avLst/>
          </a:prstGeom>
          <a:solidFill>
            <a:srgbClr val="1B4FD8">
              <a:alpha val="50000"/>
            </a:srgbClr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Consulter l'EDT (filiere/niveau/jour)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Voir les alertes de modification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Telecharger le planning PDF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Consulter les annonces publiques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207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0040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83280" y="2176272"/>
            <a:ext cx="2377440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Toutes permissions etudiant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Declarer modification de SES cours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Publier des annonces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Recevoir notifications systeme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1143000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254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1207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2648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 de Programme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2176272"/>
            <a:ext cx="2377440" cy="18288"/>
          </a:xfrm>
          <a:prstGeom prst="rect">
            <a:avLst/>
          </a:prstGeom>
          <a:solidFill>
            <a:srgbClr val="4C1D95">
              <a:alpha val="50000"/>
            </a:srgbClr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Toutes permissions enseignant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364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Creer/supprimer cours EDT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Gerer matieres et enseignants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6364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Diffuser annonces urgentes ciblees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technique — MVC Laravel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254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61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922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Navigateur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194560"/>
            <a:ext cx="1737360" cy="18288"/>
          </a:xfrm>
          <a:prstGeom prst="rect">
            <a:avLst/>
          </a:prstGeom>
          <a:solidFill>
            <a:srgbClr val="1B4FD8">
              <a:alpha val="50000"/>
            </a:srgbClr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HTML + TailwindCSS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Lucide Icons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JavaScript ES6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04288" y="26517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50592" y="118872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50592" y="1261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50592" y="17922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MVC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87752" y="2194560"/>
            <a:ext cx="1737360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Routes &amp; Controllers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42032" y="2788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Eloquent ORM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42032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Middleware RBAC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26517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26864" y="118872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EDE9FE"/>
          </a:solidFill>
          <a:ln w="254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26864" y="1261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626864" y="17922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MySQL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64024" y="2194560"/>
            <a:ext cx="1737360" cy="18288"/>
          </a:xfrm>
          <a:prstGeom prst="rect">
            <a:avLst/>
          </a:prstGeom>
          <a:solidFill>
            <a:srgbClr val="4C1D95">
              <a:alpha val="50000"/>
            </a:srgbClr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 tables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18304" y="2788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Cles etrangeres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18304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Seeders fictifs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56832" y="26517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03136" y="118872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03136" y="1261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803136" y="17922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&amp; Notifs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940296" y="2194560"/>
            <a:ext cx="1737360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94576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DomPDF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94576" y="2788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AJAX Polling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94576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 Auth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553712"/>
            <a:ext cx="8595360" cy="457200"/>
          </a:xfrm>
          <a:prstGeom prst="roundRect">
            <a:avLst>
              <a:gd name="adj" fmla="val 20000"/>
            </a:avLst>
          </a:prstGeom>
          <a:solidFill>
            <a:srgbClr val="F8FAFF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5537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: Navigateur → AJAX/Fetch → Routes Laravel → Controllers → Eloquent ORM → MySQL → JSON Response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tables relationnelles MySQL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201168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20848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emplois_du_temps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248716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filiere_id  |  niveau_id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matiere_id  |  enseignant_id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salle_id  |  jour  |  heures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11887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users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/ enseignant_id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25603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" y="2606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filieres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/ code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384048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8600" y="3886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niveaux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libelle / filiere_id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05156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matieres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/ credits / semestre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enseignants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/ prenom / email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25603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2606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salles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/ capacite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3886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modifications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ancien→nouveau/motif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411480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4160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annonces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/ urgent / expires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CHATBOT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conversationnelle hybride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566160"/>
          </a:xfrm>
          <a:prstGeom prst="roundRect">
            <a:avLst>
              <a:gd name="adj" fmla="val 3846"/>
            </a:avLst>
          </a:prstGeom>
          <a:solidFill>
            <a:srgbClr val="EFF6FF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🖱️  Mode Guidé (Boutons)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Choix filiere (L-INFO, L-MATH...)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212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Selection du niveau (L1 / L2 / L3)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6883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Consultation par jour ou par semaine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1638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Vue planning enseignant personnelle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6393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Telechargement PDF en 1 clic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114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Retour accueil a tout moment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114800" cy="3566160"/>
          </a:xfrm>
          <a:prstGeom prst="roundRect">
            <a:avLst>
              <a:gd name="adj" fmla="val 3846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⌨️  Mode Libre (Mots-clés)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719072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7190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bonjour / aide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16752" y="17190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Salutation + menu accueil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19456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194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 / cours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16752" y="2194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Lance consultation EDT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670048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lundi / mardi...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16752" y="2670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EDT d'un jour si filiere choisie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145536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1455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 / modif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16752" y="31455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Modifications 48h recentes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621024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6210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 / enseignant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16752" y="36210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Planning personnel prof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4096512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0965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quoi de neuf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16752" y="40965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Annonces administratives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ESPACES ADMINISTRATION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Enseignant &amp; Chef de Programme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3659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  Espace Enseignant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/professor/cours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901952"/>
            <a:ext cx="3749040" cy="18288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93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Visualisation de tous ses cours de la semaine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237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Notification de nouvelles assignations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540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Modification salle / jour / creneau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584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Motif obligatoire pour toute modification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Alerte automatique aux etudiants concernes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14800" cy="3749040"/>
          </a:xfrm>
          <a:prstGeom prst="roundRect">
            <a:avLst>
              <a:gd name="adj" fmla="val 3659"/>
            </a:avLst>
          </a:prstGeom>
          <a:solidFill>
            <a:srgbClr val="EDE9FE"/>
          </a:solidFill>
          <a:ln w="1905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Espace Chef de Programme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572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/admin/dashboard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1901952"/>
            <a:ext cx="3749040" cy="18288"/>
          </a:xfrm>
          <a:prstGeom prst="rect">
            <a:avLst/>
          </a:prstGeom>
          <a:solidFill>
            <a:srgbClr val="4C1D95">
              <a:alpha val="40000"/>
            </a:srgbClr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993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Saisie EDT : filiere, semestre, matiere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5237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Assignation enseignant + salle + horaires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0540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Gestion referentiels (matieres, enseignants)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584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Annonces avec ciblage et expiration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Option URGENT — defilement en rouge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DÉPLOIEMENT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 de sécurité &amp;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07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mots de passe hashes — jamais en clair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14300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207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50592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42032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Jetons anti-falsification sur tous les formulaires POST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14300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207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26864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RBAC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18304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du role a chaque requete sensible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114300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905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1207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03136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94576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Etudiant : lecture seule. Prof : ses cours uniquement.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Roadmap de déploiement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905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456432"/>
            <a:ext cx="457200" cy="457200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493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Initialisation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95020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artisan migrate:fresh --seed — Filieres NTIC/DL, niveaux, salles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33832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345643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794760" y="3493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46120" y="395020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chatbot etudiant + modification prof + alertes dashboard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33832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905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3456432"/>
            <a:ext cx="457200" cy="45720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75120" y="3493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26480" y="395020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Deploiement Nginx/Apache + cron Laravel (nettoyage annonces expirees)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1B4FD8">
              <a:alpha val="20000"/>
            </a:srgbClr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POUR VOTRE ATTENTION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de Gestion des Emplois du Temps — UGANC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73736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47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Rôles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Etudiant, Prof, Chef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97480" y="1783080"/>
            <a:ext cx="173736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847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9748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Tables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BDD complète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173736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847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professionnel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1783080"/>
            <a:ext cx="173736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847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PDF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imprimable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0" y="3401568"/>
            <a:ext cx="5486400" cy="27432"/>
          </a:xfrm>
          <a:prstGeom prst="rect">
            <a:avLst/>
          </a:prstGeom>
          <a:solidFill>
            <a:srgbClr val="0EA5E9">
              <a:alpha val="6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 6  |  Toumany Billy Condé &amp; Binôme  |  Mme Makera Kaba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Informatique UGANC  —  Année Académique 2024-2025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EDT UGANC</dc:title>
  <dc:subject>PptxGenJS Presentation</dc:subject>
  <dc:creator>Groupe 6 — UGANC</dc:creator>
  <cp:lastModifiedBy>Groupe 6 — UGANC</cp:lastModifiedBy>
  <cp:revision>1</cp:revision>
  <dcterms:created xsi:type="dcterms:W3CDTF">2026-06-15T09:02:16Z</dcterms:created>
  <dcterms:modified xsi:type="dcterms:W3CDTF">2026-06-15T09:02:16Z</dcterms:modified>
</cp:coreProperties>
</file>